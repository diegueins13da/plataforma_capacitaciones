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Diapositiva 1: Fundamentos de 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Contenido de la diapositiva 1. La organizacion empresarial requiere planificacion estrategica.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Diapositiva 2: Fundamentos de 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Contenido de la diapositiva 2. La organizacion empresarial requiere planificacion estrategica.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Diapositiva 3: Fundamentos de 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Contenido de la diapositiva 3. La organizacion empresarial requiere planificacion estrategica.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Diapositiva 4: Fundamentos de 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Contenido de la diapositiva 4. La organizacion empresarial requiere planificacion estrategica.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Diapositiva 5: Fundamentos de 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Contenido de la diapositiva 5. La organizacion empresarial requiere planificacion estrategica.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