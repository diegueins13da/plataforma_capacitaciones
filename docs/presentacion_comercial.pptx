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institucional del LMS Corporativo de Acción Tungurahua. Sistema certificado en junio 2026 con 47/47 pruebas QA aprobadas.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Situación típica de cooperativas ecuatorianas sin sistema digital de capacitación.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plataforma transforma cada proceso manual en un flujo completamente digital y trazable.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normativas específicas pueden consultarse en el portal oficial de SEPS: www.seps.gob.ec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roles con funciones diferenciadas. Los Administradores tienen acceso a todo el sistema; los Capacitadores solo a sus cursos; los Usuarios solo a sus cursos asignados.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reales tomadas directamente del sistema en la fecha indicada. No son proyecciones.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controles de seguridad fueron verificados durante la auditoría de junio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operativo concreto derivado de la digitalización del proceso de capacitación.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tentativo de 5 semanas para el despliegue completo del sistema. Las fases 1 y 2 pueden solaparse.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presentación. Invitar a la Gerencia a realizar una demostración en vivo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CORPORATIVO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de Capacitación Corporativa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24231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2A6FB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487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 de Ahorro y Crédito Acción Tungurahua Ltda.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07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del Sistema  ·  Junio 2026  ·  Uso Interno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  ·  QA: 47/47 pruebas PASS  ·  13/13 controles de seguridad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Desafío: Gestión Manual de Capacitación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7548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 identificada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Registros de asistencia en papel, difíciles de auditar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93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 evidencia digital de aprendizaje por competencias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4144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 trazabilidad para cumplimiento SEPS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Capacitadores sin métricas de efectividad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6557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Certificados manuales, susceptibles de falsificación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9776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Imposible responder una auditoría externa en &lt; 24 horas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9601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EF5FB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0972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“Una auditoría de la SEPS solicita evidencia de 40 horas de capacitación. El equipo tarda 3 días en recopilar registros en Excel y carpetas físicas.”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34290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B4F8A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3520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días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una auditoría SEPS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Corporativo: La Transformación Digital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96012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Hojas de asistencia en papel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EEF5FB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463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automático digital 24/7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Seguimiento en hojas de Excel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01168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011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en tiempo real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60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Certificados PDF manuales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56032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EEF5FB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560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con código QR verificable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trazabilidad de acciones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310896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Auditoría inmutable: 434+ eventos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6576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métricas de aprendizaje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65760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EE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6576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KPIs por empleado, área y curso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2062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Días para generar reportes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4206240"/>
            <a:ext cx="3749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42062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Descarga CSV en segundos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51960" y="1371600"/>
            <a:ext cx="0" cy="32918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Regulatorio SEPS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fue diseñada para dar cumplimiento directo al marco normativo de la Superintendencia de Economía Popular y Solidaria.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 de Capacitación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Humano (SEPS)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horas de capacitación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Automático: cada curso registra duración y completación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Evidencia de participación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PDF con fecha, nota y QR verificable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de capacitación anual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con fecha límite y control de vencimientos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41605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 de Riesgo Operativo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Operativo (SEPS)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 de accesos por roles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roles: Admin / Capacitador / Usuario — sin acceso cruzado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de auditoría inmutable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434+ eventos con actor, acción, timestamp — no editables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Seguridad de datos de empleados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Argon2, HTTPS forzado, cookies seguras, bloqueo por intentos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Clave por 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EEF5FB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  Administrador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6002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 usuarios con sincronización AD/LDAP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23500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cursos con control de versiones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309981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CSV en tiempo real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8496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auditoría — 434 eventos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  Capacitador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16002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 de cursos en 3 pasos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23500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generadora de contenido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309981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métricas de alumnos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38496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vencimientos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96012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B4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Empleado (Usuario)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7648" y="16002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24/7 desde cualquier dispositivo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7648" y="23500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PDF, texto e imágenes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309981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PDF con QR verificable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38496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guardado automáticamente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Adopción — Datos Reales del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al 26 de junio de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B4F8A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231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registrados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activos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0" y="2231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creados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publicados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28016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434+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989320" y="2231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auditoría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repudio garantizado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11480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emitidos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 cursos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1546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200400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aprobación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promedio 82.3%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31546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5989320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Capacitadores activos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89320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1 Administrador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la Información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hashing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3533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JWT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03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+ blacklisting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203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7519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HSTS 1 año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30540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648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HTTP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04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X-Frame-Options, nosniff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9044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38404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cuenta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intentos → 15 min de bloqueo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13533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03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 a dominios propios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2203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6454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54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 — no repudio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30540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A.12.4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6576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730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13 / 13 controles de seguridad: PASS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916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—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vs Después: Impacto Operativo Medible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468880" cy="384048"/>
          </a:xfrm>
          <a:prstGeom prst="roundRect">
            <a:avLst>
              <a:gd name="adj" fmla="val 9524"/>
            </a:avLst>
          </a:prstGeom>
          <a:solidFill>
            <a:srgbClr val="1B4F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00584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005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00584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005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00584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1B4F8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246888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ante auditoría SEPS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1481328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48132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días, búsqueda manual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1481328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48132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segundos — CSV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481328"/>
            <a:ext cx="14173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481328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más rápido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185416"/>
            <a:ext cx="246888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8541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certificado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26080" y="2185416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21854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1–2 días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185416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1854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al aprobar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2185416"/>
            <a:ext cx="141732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185416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889504"/>
            <a:ext cx="246888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8950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curso (40h contenido)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26080" y="2889504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288950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 de diseño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2889504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88950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generadora: 2 horas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2889504"/>
            <a:ext cx="14173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889504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-90% tiempo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593592"/>
            <a:ext cx="246888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9359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vencimientos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26080" y="3593592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3017520" y="359359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automático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20640" y="3593592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359359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dashboard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0" y="3593592"/>
            <a:ext cx="1417320" cy="621792"/>
          </a:xfrm>
          <a:prstGeom prst="roundRect">
            <a:avLst>
              <a:gd name="adj" fmla="val 4412"/>
            </a:avLst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359359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4297680"/>
            <a:ext cx="246888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29768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autenticidad cert.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926080" y="4297680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017520" y="429768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en tiempo real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120640" y="4297680"/>
            <a:ext cx="21031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0" y="429768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 verificación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15200" y="4297680"/>
            <a:ext cx="141732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0" y="4297680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Implementación en 4 Fases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051560"/>
            <a:ext cx="749808" cy="749808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10515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22311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en servidor cooperativa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31272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servidor de correo (Office 365)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3694176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inicial con Active Directory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426110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 identidad visual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96012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051560"/>
            <a:ext cx="749808" cy="749808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0515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2311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cursos existentes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1272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los Capacitadores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694176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catálogo de cursos del plan anual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1728" y="96012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76088" y="1051560"/>
            <a:ext cx="749808" cy="749808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22" name="Text 20"/>
          <p:cNvSpPr/>
          <p:nvPr/>
        </p:nvSpPr>
        <p:spPr>
          <a:xfrm>
            <a:off x="5276088" y="10515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81728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Lanzamiento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81728" y="22311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Administradores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31272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 usuarios finales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3694176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y monitoreo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48856" y="96012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43216" y="1051560"/>
            <a:ext cx="749808" cy="749808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30" name="Text 28"/>
          <p:cNvSpPr/>
          <p:nvPr/>
        </p:nvSpPr>
        <p:spPr>
          <a:xfrm>
            <a:off x="7443216" y="10515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48856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48856" y="22311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0296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del sistema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0296" y="312724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0296" y="3694176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funcionalidades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1920240"/>
            <a:ext cx="1828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8848" y="1920240"/>
            <a:ext cx="1828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65976" y="1920240"/>
            <a:ext cx="1828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LMS Corporativo?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regulatorio SEPS demostrable en segundos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142646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digitales con QR verificable — fin a las falsificaciones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inmutable — evidencia ante cualquier inspección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creación de contenido — capacitadores más productivos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68833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Active Directory — sin doble ingreso de datos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estable: 0 errores JavaScript, 47/47 pruebas QA PASS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352958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auditada: 13/13 controles PASS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960120"/>
            <a:ext cx="2880360" cy="3794760"/>
          </a:xfrm>
          <a:prstGeom prst="roundRect">
            <a:avLst>
              <a:gd name="adj" fmla="val 3175"/>
            </a:avLst>
          </a:prstGeom>
          <a:solidFill>
            <a:srgbClr val="2A6FBC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078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89320" y="15544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Gerencia General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2240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TI para servidor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9260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de cursos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6118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 colaboradores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81888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Tecnología · Cooperativa Acción Tungurahua · Junio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Cooperativa Acción Tungurahua Ltda.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Corporativo — Presentación Comercial</dc:title>
  <dc:subject>Plataforma Digital de Capacitación Corporativa</dc:subject>
  <dc:creator>Equipo de Tecnología Acción Tungurahua</dc:creator>
  <cp:lastModifiedBy>Equipo de Tecnología Acción Tungurahua</cp:lastModifiedBy>
  <cp:revision>1</cp:revision>
  <dcterms:created xsi:type="dcterms:W3CDTF">2026-06-26T19:46:32Z</dcterms:created>
  <dcterms:modified xsi:type="dcterms:W3CDTF">2026-06-26T19:46:32Z</dcterms:modified>
</cp:coreProperties>
</file>